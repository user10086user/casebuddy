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上海四校MBA项目对比分析与报考指南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 · 交大 · 同济 · 华师大 — 基于招聘市场数据的课程-就业映射研究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研究背景与方法论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四校MBA项目概览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四校深度解析与特色对比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招聘市场数据分析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课程-岗位能力映射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AI时代前瞻性评估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5303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考生画像与推荐建议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5943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总结与数据来源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上海MBA市场竞争激烈，四校定位差异微妙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研究背景与方法论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研究背景与方法论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数据采集：四校MBA官网课程数据 + 智联招聘1295条岗位数据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分析工具：Python数据清洗、BeautifulSoup爬虫、多维对比分析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可视化：岗位分类柱状图、薪资分布图、雷达图、行业分布图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图表占位：研究框架流程图（数据采集→清洗→分析→可视化→结论）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截图占位：AI交互截图-1：WorkBuddy/Kimi 任务初始化与工具选型界面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复旦MBA：商业与社会领导者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四校MBA项目概览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四校MBA项目概览对比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左列：复旦MBA | 交大安泰MBA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右列：同济MBA | 华师大MBA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对比维度：定位、学费（非全/全）、学制、FT排名、科技方向、金融方向、特色标签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图表占位：P4_学费对比.png — 四校全日制/非全日制学费分组柱状图（蓝色系）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截图占位：AI交互截图-2：ChatGPT 四校MBA官网数据调研与整理过程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复旦MBA：国际化、金融强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四校深度解析与特色对比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复旦MBA深度解析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项目类型：非全日制中文MBA（700人）、全日制国际MBA（100人）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核心方向：市场营销、大数据与电子商务、企业决策与领导力、科技金融、产业分析与投资管理、创新创业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核心课程：战略管理、公司金融、数字化管理、大数据与商业决策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特色资源：MIT斯隆管理学院合作、iLab商业咨询项目、新加坡财富管理游学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适合人群：金融从业者、寻求国际化视野的管理者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图表占位：复旦MBA课程体系架构图（核心课+选修课+实践环节三层结构）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交大安泰MBA vs 同济MBA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左列：交大安泰MBA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定位：科技+管理融合，FT全球第33位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方向：AI MBA、数字金融、科技金融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特色：AI+金融、全球排名领先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右列：同济MBA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定位：管理+科技+产业，工科基因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方向：AI与先进制造、技术转移、科技创业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特色：技术转移、科技创业与投资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招聘市场数据分析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数据来源：智联招聘1295条岗位数据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0972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岗位分类：金融、科技、制造、咨询、教育等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10972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薪资分布：不同行业MBA毕业生薪资区间对比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行业分布图：四校毕业生就业行业偏好雷达图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关键结论：金融和科技行业薪资最高，制造业需求增长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课程-岗位能力映射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复旦MBA：金融分析能力 → 投资银行、资产管理岗位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交大安泰MBA：科技管理能力 → 科技公司产品经理、技术总监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同济MBA：技术转移能力 → 制造业创新管理、技术产业化岗位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华师大MBA：人力资源+AI → 企业HR数字化转型、教育科技岗位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图表占位：课程-岗位能力映射矩阵图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AI对MBA课程的影响：数据驱动决策、智能化管理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AI时代前瞻性评估与推荐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总结与数据来源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选择MBA不仅是选学校，更是选未来职业赛道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数据驱动决策，课程与岗位能力映射是关键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数据来源：四校MBA官网、智联招聘1295条岗位数据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感谢聆听，欢迎交流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上海四校MBA项目对比分析报告</dc:title>
  <dc:subject>复旦 · 交大 · 同济 · 华师大 — 基于招聘市场数据的课程-就业映射研究</dc:subject>
  <dc:creator>CaseBuddy</dc:creator>
  <cp:lastModifiedBy>CaseBuddy</cp:lastModifiedBy>
  <cp:revision>1</cp:revision>
  <dcterms:created xsi:type="dcterms:W3CDTF">2026-05-18T16:07:13Z</dcterms:created>
  <dcterms:modified xsi:type="dcterms:W3CDTF">2026-05-18T16:07:13Z</dcterms:modified>
</cp:coreProperties>
</file>