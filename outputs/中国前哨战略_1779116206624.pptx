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8A"/>
                </a:solidFill>
              </a:rPr>
              <a:t>中国前哨战略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区域布局与竞争优势分析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CaseBuddy 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目录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战略背景与宏观环境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政策驱动：国家区域协调发展战略机遇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市场趋势：下沉市场潜力与消费升级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竞争态势：行业集中度提升与头部效应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战略必要性：抢占关键节点，确立先发优势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核心区域布局规划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一线城市：品牌高地与研发创新中心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新一线/二线城市：规模化扩张与利润引擎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三四线城市：渠道渗透与用户基数积累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海外前哨：试点出海战略，探索全球化路径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关键执行路径与资源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组织架构：建立敏捷型区域作战单元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数字化赋能：数据驱动精准营销与运营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人才梯队：本土化招聘与核心骨干激励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供应链优化：区域仓配网络的高效协同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结语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深耕区域，决胜未来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感谢聆听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Q&amp;A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中国前哨战略</dc:title>
  <dc:subject>区域布局与竞争优势分析</dc:subject>
  <dc:creator>CaseBuddy</dc:creator>
  <cp:lastModifiedBy>CaseBuddy</cp:lastModifiedBy>
  <cp:revision>1</cp:revision>
  <dcterms:created xsi:type="dcterms:W3CDTF">2026-05-18T14:56:46Z</dcterms:created>
  <dcterms:modified xsi:type="dcterms:W3CDTF">2026-05-18T14:56:46Z</dcterms:modified>
</cp:coreProperties>
</file>