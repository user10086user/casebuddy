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MBA学习价值与职业战略转型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从思维重塑到领导力跃迁的深度解析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MBA学员  2024年05月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第一部分：认知重构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从专业职能到全局视野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跳出部门壁垒，理解企业整体价值链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掌握财务、营销、运营等多维语言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识别跨部门协作中的关键痛点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培养“CEO视角”的战略全局观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从单点突破转向系统性解决方案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MBA带来的量化价值提升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薪资溢价：平均起薪提升30%-50%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晋升加速：管理层晋升周期缩短40%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人脉网络：连接500+行业精英与校友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转型成功率：跨行业转型成功率提升至65%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第二部分：能力跃迁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硬技能 vs 软实力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硬技能：财务建模、数据分析、战略规划、市场营销、运营管理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128016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软实力：批判性思维、复杂决策、团队领导、冲突解决、商业谈判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26280" y="1371600"/>
            <a:ext cx="18288" cy="320040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结构化思维与决策能力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运用MECE原则拆解复杂商业问题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基于数据而非直觉进行科学决策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掌握SWOT、PEST、波特五力等分析框架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在不确定性中寻找确定性路径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提升风险评估与机会识别能力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第三部分：实战应用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案例研究：从课堂到职场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复盘经典商业案例，提炼通用规律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将案例方法论迁移至当前项目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通过小组作业模拟真实团队冲突与协作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利用校友网络获取行业前沿洞察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持续迭代：PDCA循环在管理中的应用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核心洞察：领导力本质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"领导力的本质不是权力，而是影响力。"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MBA是思维的磨刀石，而非成功的保证书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真正的成长发生在舒适区之外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行动指南：下一步计划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制定个人学习转化路线图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每季度应用一个新管理工具解决实际问题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主动参与跨部门项目，锻炼全局协调能力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建立个人知识库，沉淀方法论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定期复盘，确保持续迭代与成长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MBA学习价值与职业战略转型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从思维重塑到领导力跃迁的深度解析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MBA学员  2024年05月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MBA学习价值与职业战略转型</dc:title>
  <dc:subject>从思维重塑到领导力跃迁的深度解析</dc:subject>
  <dc:creator>MBA学员</dc:creator>
  <cp:lastModifiedBy>MBA学员</cp:lastModifiedBy>
  <cp:revision>1</cp:revision>
  <dcterms:created xsi:type="dcterms:W3CDTF">2026-05-18T14:43:03Z</dcterms:created>
  <dcterms:modified xsi:type="dcterms:W3CDTF">2026-05-18T14:43:03Z</dcterms:modified>
</cp:coreProperties>
</file>