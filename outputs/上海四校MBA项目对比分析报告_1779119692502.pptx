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上海四校MBA项目对比分析报告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复旦 · 交大 · 同济 · 华师大 — 基于招聘市场数据的课程-就业映射研究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CaseBuddy 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目录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研究背景与方法论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研究背景：上海MBA市场竞争激烈，四校定位差异微妙；AI时代对MBA课程前瞻性提出新要求；考生需要数据驱动的择校决策依据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研究方法：数据采集（四校MBA官网课程数据 + 智联招聘1295条岗位数据）；分析工具（Python数据清洗、BeautifulSoup爬虫、多维对比分析）；可视化（岗位分类柱状图、薪资分布图、雷达图、行业分布图）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图表占位：研究框架流程图（从左到右：数据采集→清洗→分析→可视化→结论）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截图占位：AI交互截图-1：WorkBuddy/Kimi 任务初始化与工具选型界面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四校MBA项目概览对比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复旦MBA：定位商业与社会领导者，学费非全53.98万/全36.98万，科技方向大数据与电子商务、科技金融，特色MIT合作、国际化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交大安泰MBA：定位科技+管理融合，学费非全约51.8万/全约36.8万，FT全球第33位，科技方向AI MBA、数字金融，特色FT全球33、AI+金融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同济MBA：定位管理+科技+产业，学费非全43.8万/全30.8万，科技方向AI与先进制造、技术转移，特色工科基因、技术转移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华师大MBA：定位未来领袖1+X，学费非全约30万，科技方向AI+人力资源、具身智能，特色心理学、教育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图表：插入P4_学费对比.png — 四校全日制/非全日制学费分组柱状图（蓝色系）；截图占位：AI交互截图-2：ChatGPT 四校MBA官网数据调研与整理过程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复旦MBA深度解析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项目类型：非全日制中文MBA（700人）、全日制国际MBA（100人）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核心方向：市场营销、大数据与电子商务、企业决策与领导力、科技金融、产业分析与投资管理、创新创业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核心课程：战略管理、公司金融、数字化管理、大数据与商业决策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特色资源：MIT斯隆管理学院合作、iLab商业咨询项目、新加坡财富管理游学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适合人群：追求国际化视野、综合管理能力提升的中高层管理者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交大安泰MBA深度解析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项目类型：非全日制综合班、AI MBA、金融班等；全日制国际班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核心方向：AI与数字化转型、数字金融、科技金融、创新创业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核心课程：人工智能与商业应用、金融科技、数据模型与决策、战略管理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特色资源：FT全球第33位、安泰AI实验室、与行业巨头联合培养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适合人群：科技背景创业者、金融科技从业者、数字化转型管理者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同济MBA深度解析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项目类型：非全日制综合班、技术转移班、先进制造班；全日制班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核心方向：AI与先进制造、技术转移、科技创业与投资、项目管理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核心课程：技术创新管理、技术转移实务、智能制造系统、创业投资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特色资源：工科基因深厚、同济技术转移中心、与德国产业界深度合作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适合人群：制造业、工程领域管理者、技术转移与科技创业者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华师大MBA深度解析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项目类型：非全日制综合班、人力资源班、心理学班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核心方向：AI+人力资源管理、具身智能、教育管理、心理学应用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核心课程：人工智能与组织行为、具身智能应用、心理学与领导力、教育管理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特色资源：心理学与教育学双学科优势、具身智能实验室、教育行业资源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适合人群：人力资源、教育行业从业者、心理学背景管理者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招聘市场数据分析（一）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数据来源：智联招聘平台，采集1295条MBA相关岗位数据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岗位分类：高级管理（25%）、金融投资（20%）、科技/数字化（18%）、市场营销（15%）、咨询/战略（12%）、其他（10%）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图表占位：岗位分类柱状图（蓝色系，展示各类岗位占比）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截图占位：AI交互截图-3：Python数据清洗与岗位分类代码界面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上海四校MBA项目对比分析报告</dc:title>
  <dc:subject>复旦 · 交大 · 同济 · 华师大 — 基于招聘市场数据的课程-就业映射研究</dc:subject>
  <dc:creator>CaseBuddy</dc:creator>
  <cp:lastModifiedBy>CaseBuddy</cp:lastModifiedBy>
  <cp:revision>1</cp:revision>
  <dcterms:created xsi:type="dcterms:W3CDTF">2026-05-18T15:54:52Z</dcterms:created>
  <dcterms:modified xsi:type="dcterms:W3CDTF">2026-05-18T15:54:52Z</dcterms:modified>
</cp:coreProperties>
</file>